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3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26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6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6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4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2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20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74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3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2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6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FOURTH ORDER RUNGE KUTTA METHOD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4176" y="1825625"/>
            <a:ext cx="32836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3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MATLAB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%y''-2xy'+8y=0 %y(0)=12,y'(0)=0 h=0.1;</a:t>
            </a:r>
          </a:p>
          <a:p>
            <a:r>
              <a:rPr lang="en-US" dirty="0"/>
              <a:t> x=0;</a:t>
            </a:r>
          </a:p>
          <a:p>
            <a:r>
              <a:rPr lang="en-US" dirty="0"/>
              <a:t>y1=12; </a:t>
            </a:r>
          </a:p>
          <a:p>
            <a:r>
              <a:rPr lang="en-US" dirty="0"/>
              <a:t>y2=0; </a:t>
            </a:r>
          </a:p>
          <a:p>
            <a:r>
              <a:rPr lang="en-US" dirty="0"/>
              <a:t>N=10;</a:t>
            </a:r>
          </a:p>
          <a:p>
            <a:r>
              <a:rPr lang="en-US" dirty="0"/>
              <a:t> </a:t>
            </a:r>
            <a:r>
              <a:rPr lang="en-US" dirty="0" err="1"/>
              <a:t>fprintf</a:t>
            </a:r>
            <a:r>
              <a:rPr lang="en-US" dirty="0"/>
              <a:t>('x  y y''\n'); </a:t>
            </a:r>
            <a:r>
              <a:rPr lang="en-US" dirty="0" err="1"/>
              <a:t>fprintf</a:t>
            </a:r>
            <a:r>
              <a:rPr lang="en-US" dirty="0"/>
              <a:t>('........\n</a:t>
            </a:r>
            <a:r>
              <a:rPr lang="en-US" dirty="0" smtClean="0"/>
              <a:t>');</a:t>
            </a:r>
          </a:p>
          <a:p>
            <a:r>
              <a:rPr lang="en-US" dirty="0" smtClean="0"/>
              <a:t> </a:t>
            </a: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=1:N+1 </a:t>
            </a:r>
          </a:p>
          <a:p>
            <a:r>
              <a:rPr lang="en-US" dirty="0"/>
              <a:t>    </a:t>
            </a:r>
            <a:r>
              <a:rPr lang="en-US" dirty="0" err="1"/>
              <a:t>fprintf</a:t>
            </a:r>
            <a:r>
              <a:rPr lang="en-US" dirty="0"/>
              <a:t>('%8.1f %12.6f %12.6f\n',x,y1,y2);     k1_1=y2;  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k1_2=2*x*y2-8*y1</a:t>
            </a:r>
            <a:r>
              <a:rPr lang="en-US" dirty="0"/>
              <a:t>; </a:t>
            </a:r>
          </a:p>
          <a:p>
            <a:r>
              <a:rPr lang="en-US" dirty="0"/>
              <a:t>  </a:t>
            </a:r>
            <a:r>
              <a:rPr lang="en-US" dirty="0" smtClean="0"/>
              <a:t>    </a:t>
            </a:r>
            <a:r>
              <a:rPr lang="en-US" dirty="0"/>
              <a:t>k2_1=y2+(h/2)*k1_2; </a:t>
            </a:r>
          </a:p>
          <a:p>
            <a:r>
              <a:rPr lang="en-US" dirty="0"/>
              <a:t>    k2_2=2*(</a:t>
            </a:r>
            <a:r>
              <a:rPr lang="en-US" dirty="0" err="1"/>
              <a:t>x+h</a:t>
            </a:r>
            <a:r>
              <a:rPr lang="en-US" dirty="0"/>
              <a:t>/2)*(y2+h/2)*k1_2;...-8*(y1+(h/2)*k1_1); 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 k3_1=y2+(h/2)*k2_2; </a:t>
            </a:r>
          </a:p>
          <a:p>
            <a:r>
              <a:rPr lang="en-US" dirty="0"/>
              <a:t>    k3_2=(</a:t>
            </a:r>
            <a:r>
              <a:rPr lang="en-US" dirty="0" err="1"/>
              <a:t>x+h</a:t>
            </a:r>
            <a:r>
              <a:rPr lang="en-US" dirty="0"/>
              <a:t>/2)*(y2+h/2*k2_2);...-8*(y1+(h/2)*k2_1);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   k4_1=y2+h*k3_2; </a:t>
            </a:r>
          </a:p>
          <a:p>
            <a:r>
              <a:rPr lang="en-US" dirty="0"/>
              <a:t>    k4_2=2*(</a:t>
            </a:r>
            <a:r>
              <a:rPr lang="en-US" dirty="0" err="1"/>
              <a:t>x+h</a:t>
            </a:r>
            <a:r>
              <a:rPr lang="en-US" dirty="0"/>
              <a:t>)*(y2+h*k3_2);...-8*(y1+h*k3_1);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   y1=y1+(h/6)*(k1_1 + 2*k2_1+2*k3_1+k4_1);           y2=y2 +(h/6)*(k1_2 + 2*k2_2+2*k3_2+k4_2);     x=</a:t>
            </a:r>
            <a:r>
              <a:rPr lang="en-US" dirty="0" err="1"/>
              <a:t>x+h</a:t>
            </a:r>
            <a:r>
              <a:rPr lang="en-US" dirty="0"/>
              <a:t>;</a:t>
            </a:r>
          </a:p>
          <a:p>
            <a:r>
              <a:rPr lang="en-US" dirty="0"/>
              <a:t> end  </a:t>
            </a:r>
          </a:p>
        </p:txBody>
      </p:sp>
    </p:spTree>
    <p:extLst>
      <p:ext uri="{BB962C8B-B14F-4D97-AF65-F5344CB8AC3E}">
        <p14:creationId xmlns:p14="http://schemas.microsoft.com/office/powerpoint/2010/main" val="2832600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‘FOR LOOP’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 </a:t>
            </a:r>
            <a:r>
              <a:rPr lang="en-US" dirty="0"/>
              <a:t>h=0.1; x=0; y1=12; y2=0; N=10; </a:t>
            </a:r>
          </a:p>
          <a:p>
            <a:r>
              <a:rPr lang="en-US" dirty="0" err="1"/>
              <a:t>fprintf</a:t>
            </a:r>
            <a:r>
              <a:rPr lang="en-US" dirty="0"/>
              <a:t>('x  y </a:t>
            </a:r>
            <a:r>
              <a:rPr lang="en-US" dirty="0" err="1"/>
              <a:t>yprime</a:t>
            </a:r>
            <a:r>
              <a:rPr lang="en-US" dirty="0"/>
              <a:t>\n'); </a:t>
            </a:r>
            <a:r>
              <a:rPr lang="en-US" dirty="0" err="1"/>
              <a:t>fprintf</a:t>
            </a:r>
            <a:r>
              <a:rPr lang="en-US" dirty="0"/>
              <a:t>('........\n'); for </a:t>
            </a:r>
            <a:r>
              <a:rPr lang="en-US" dirty="0" err="1"/>
              <a:t>i</a:t>
            </a:r>
            <a:r>
              <a:rPr lang="en-US" dirty="0"/>
              <a:t>=1:N+1 </a:t>
            </a:r>
          </a:p>
          <a:p>
            <a:r>
              <a:rPr lang="en-US" dirty="0"/>
              <a:t>    </a:t>
            </a:r>
            <a:r>
              <a:rPr lang="en-US" dirty="0" err="1"/>
              <a:t>fprintf</a:t>
            </a:r>
            <a:r>
              <a:rPr lang="en-US" dirty="0"/>
              <a:t>('%8.1f%12.6f%12.6f'\n',x,y1,y2); </a:t>
            </a:r>
          </a:p>
          <a:p>
            <a:r>
              <a:rPr lang="en-US" dirty="0"/>
              <a:t>       k1_1=y2;     k1_2=2*x*y2-8*y1; 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k2_1=y2+(h/2)*k1_2;     k2_2=2*(</a:t>
            </a:r>
            <a:r>
              <a:rPr lang="en-US" dirty="0" err="1"/>
              <a:t>x+h</a:t>
            </a:r>
            <a:r>
              <a:rPr lang="en-US" dirty="0"/>
              <a:t>/2)*(y2+h/2)*k1_2;...-8*(y1+(h/2)*k1_1);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k3_1=y2+(h/2)*k2_2; 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 k3_2=(</a:t>
            </a:r>
            <a:r>
              <a:rPr lang="en-US" dirty="0" err="1"/>
              <a:t>x+h</a:t>
            </a:r>
            <a:r>
              <a:rPr lang="en-US" dirty="0"/>
              <a:t>/2)*(y2+h/2*k2_2);...-8*(y1+(h/2)*k2_1);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k4_1=y2+h*k3_2; </a:t>
            </a:r>
          </a:p>
          <a:p>
            <a:r>
              <a:rPr lang="en-US" dirty="0"/>
              <a:t>    k4_2=2*(</a:t>
            </a:r>
            <a:r>
              <a:rPr lang="en-US" dirty="0" err="1"/>
              <a:t>x+h</a:t>
            </a:r>
            <a:r>
              <a:rPr lang="en-US" dirty="0"/>
              <a:t>)*(y2+h*k3_2);...-8*(y1+h*k3_1);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y1=y1+(h/6)*(k1_1 + 2*k2_1+2*k3_1+k4_1);     y2=y2 +(h/6)*(k1_2 + 2*k2_2+2*k3_2+k4_2);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x=</a:t>
            </a:r>
            <a:r>
              <a:rPr lang="en-US" dirty="0" err="1"/>
              <a:t>x+h</a:t>
            </a:r>
            <a:r>
              <a:rPr lang="en-US" dirty="0" smtClean="0"/>
              <a:t>;</a:t>
            </a:r>
          </a:p>
          <a:p>
            <a:r>
              <a:rPr lang="en-US" dirty="0" smtClean="0"/>
              <a:t> </a:t>
            </a:r>
            <a:r>
              <a:rPr lang="en-US" dirty="0"/>
              <a:t>end  </a:t>
            </a:r>
          </a:p>
        </p:txBody>
      </p:sp>
    </p:spTree>
    <p:extLst>
      <p:ext uri="{BB962C8B-B14F-4D97-AF65-F5344CB8AC3E}">
        <p14:creationId xmlns:p14="http://schemas.microsoft.com/office/powerpoint/2010/main" val="4132935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‘WHILE LOOP’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h=0.1; x=0; y1=12; y2=0; N=10; </a:t>
            </a:r>
          </a:p>
          <a:p>
            <a:r>
              <a:rPr lang="en-US" dirty="0" err="1"/>
              <a:t>fprintf</a:t>
            </a:r>
            <a:r>
              <a:rPr lang="en-US" dirty="0"/>
              <a:t>('x  y </a:t>
            </a:r>
            <a:r>
              <a:rPr lang="en-US" dirty="0" err="1"/>
              <a:t>yprime</a:t>
            </a:r>
            <a:r>
              <a:rPr lang="en-US" dirty="0"/>
              <a:t>\n'); </a:t>
            </a:r>
            <a:r>
              <a:rPr lang="en-US" dirty="0" err="1"/>
              <a:t>fprintf</a:t>
            </a:r>
            <a:r>
              <a:rPr lang="en-US" dirty="0"/>
              <a:t>('........\n'); while </a:t>
            </a:r>
            <a:r>
              <a:rPr lang="en-US" dirty="0" err="1"/>
              <a:t>i</a:t>
            </a:r>
            <a:r>
              <a:rPr lang="en-US" dirty="0"/>
              <a:t>&lt;=N+1 </a:t>
            </a:r>
          </a:p>
          <a:p>
            <a:r>
              <a:rPr lang="en-US" dirty="0"/>
              <a:t>    </a:t>
            </a:r>
            <a:r>
              <a:rPr lang="en-US" dirty="0" err="1"/>
              <a:t>fprintf</a:t>
            </a:r>
            <a:r>
              <a:rPr lang="en-US" dirty="0"/>
              <a:t>('%8.1f%12.6f%12.6f'\n',x,y1,y2); </a:t>
            </a:r>
          </a:p>
          <a:p>
            <a:r>
              <a:rPr lang="en-US" dirty="0"/>
              <a:t>       k1_1=y2;     k1_2=2*x*y2-8*y1; 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k2_1=y2+(h/2)*k1_2; </a:t>
            </a:r>
          </a:p>
          <a:p>
            <a:r>
              <a:rPr lang="en-US" dirty="0"/>
              <a:t>    k2_2=2*(</a:t>
            </a:r>
            <a:r>
              <a:rPr lang="en-US" dirty="0" err="1"/>
              <a:t>x+h</a:t>
            </a:r>
            <a:r>
              <a:rPr lang="en-US" dirty="0"/>
              <a:t>/2)*(y2+h/2)*k1_2;...-8*(y1+(h/2)*k1_1);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k3_1=y2+(h/2)*k2_2; 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 k3_2=(</a:t>
            </a:r>
            <a:r>
              <a:rPr lang="en-US" dirty="0" err="1"/>
              <a:t>x+h</a:t>
            </a:r>
            <a:r>
              <a:rPr lang="en-US" dirty="0"/>
              <a:t>/2)*(y2+h/2*k2_2);...-8*(y1+(h/2)*k2_1);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k4_1=y2+h*k3_2; </a:t>
            </a:r>
          </a:p>
          <a:p>
            <a:r>
              <a:rPr lang="en-US" dirty="0"/>
              <a:t>    k4_2=2*(</a:t>
            </a:r>
            <a:r>
              <a:rPr lang="en-US" dirty="0" err="1"/>
              <a:t>x+h</a:t>
            </a:r>
            <a:r>
              <a:rPr lang="en-US" dirty="0"/>
              <a:t>)*(y2+h*k3_2);...-8*(y1+h*k3_1);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y1=y1+(h/6)*(k1_1 + 2*k2_1+2*k3_1+k4_1);     y2=y2 +(h/6)*(k1_2 + 2*k2_2+2*k3_2+k4_2);     x=</a:t>
            </a:r>
            <a:r>
              <a:rPr lang="en-US" dirty="0" err="1"/>
              <a:t>x+h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end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984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r>
              <a:rPr lang="en-US" dirty="0"/>
              <a:t>START </a:t>
            </a:r>
          </a:p>
          <a:p>
            <a:r>
              <a:rPr lang="en-US" dirty="0"/>
              <a:t>Set h=0.1 </a:t>
            </a:r>
          </a:p>
          <a:p>
            <a:r>
              <a:rPr lang="en-US" dirty="0"/>
              <a:t>Set x=0 </a:t>
            </a:r>
          </a:p>
          <a:p>
            <a:r>
              <a:rPr lang="en-US" dirty="0"/>
              <a:t>Set y1=12 </a:t>
            </a:r>
          </a:p>
          <a:p>
            <a:r>
              <a:rPr lang="en-US" dirty="0"/>
              <a:t>Set y2=0 </a:t>
            </a:r>
          </a:p>
          <a:p>
            <a:r>
              <a:rPr lang="en-US" dirty="0"/>
              <a:t>WHILE X&lt;=1 </a:t>
            </a:r>
          </a:p>
          <a:p>
            <a:r>
              <a:rPr lang="en-US" dirty="0"/>
              <a:t>Calculate k1 for y1 </a:t>
            </a:r>
          </a:p>
          <a:p>
            <a:r>
              <a:rPr lang="en-US" dirty="0"/>
              <a:t>Calculate k1 for y2 </a:t>
            </a:r>
          </a:p>
          <a:p>
            <a:r>
              <a:rPr lang="en-US" dirty="0"/>
              <a:t>Calculate k2 for y1 </a:t>
            </a:r>
          </a:p>
          <a:p>
            <a:r>
              <a:rPr lang="en-US" dirty="0"/>
              <a:t>Calculate k2 for y2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Calculate k3 for y1 </a:t>
            </a:r>
          </a:p>
          <a:p>
            <a:r>
              <a:rPr lang="en-US" dirty="0"/>
              <a:t>Calculate k3 for y2 </a:t>
            </a:r>
          </a:p>
          <a:p>
            <a:r>
              <a:rPr lang="en-US" dirty="0"/>
              <a:t>Calculate k4 for y1 </a:t>
            </a:r>
          </a:p>
          <a:p>
            <a:r>
              <a:rPr lang="en-US" dirty="0"/>
              <a:t>Calculate k4 for y2 </a:t>
            </a:r>
          </a:p>
          <a:p>
            <a:r>
              <a:rPr lang="en-US" dirty="0"/>
              <a:t>Update y1 using RK4 formula </a:t>
            </a:r>
          </a:p>
          <a:p>
            <a:r>
              <a:rPr lang="en-US" dirty="0"/>
              <a:t>Update y2 using RK4 formula </a:t>
            </a:r>
          </a:p>
          <a:p>
            <a:r>
              <a:rPr lang="en-US" dirty="0"/>
              <a:t>X=</a:t>
            </a:r>
            <a:r>
              <a:rPr lang="en-US" dirty="0" err="1"/>
              <a:t>x+h</a:t>
            </a:r>
            <a:r>
              <a:rPr lang="en-US" dirty="0"/>
              <a:t> </a:t>
            </a:r>
          </a:p>
          <a:p>
            <a:r>
              <a:rPr lang="en-US" dirty="0"/>
              <a:t>Display x,y1,y2 </a:t>
            </a:r>
          </a:p>
          <a:p>
            <a:r>
              <a:rPr lang="en-US" dirty="0"/>
              <a:t>END WHILE </a:t>
            </a:r>
          </a:p>
          <a:p>
            <a:r>
              <a:rPr lang="en-US" dirty="0"/>
              <a:t>STOP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084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460</Words>
  <Application>Microsoft Office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FOURTH ORDER RUNGE KUTTA METHOD</vt:lpstr>
      <vt:lpstr>MATLAB CODE</vt:lpstr>
      <vt:lpstr>‘FOR LOOP’</vt:lpstr>
      <vt:lpstr>‘WHILE LOOP’</vt:lpstr>
      <vt:lpstr>PSEUDOCODE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</cp:revision>
  <dcterms:created xsi:type="dcterms:W3CDTF">2026-09-29T06:05:26Z</dcterms:created>
  <dcterms:modified xsi:type="dcterms:W3CDTF">2026-09-29T06:21:07Z</dcterms:modified>
</cp:coreProperties>
</file>