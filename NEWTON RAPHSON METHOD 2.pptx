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0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4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5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1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4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6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8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4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2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9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BC12C-888A-4B54-8699-60B432192D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5B52-C0B2-476A-A35E-6C8D98DB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NEWTON RAPHSON METHOD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2580" y="1825625"/>
            <a:ext cx="37268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4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3735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4300" b="1" dirty="0"/>
                  <a:t>START</a:t>
                </a:r>
                <a:endParaRPr lang="en-US" sz="4300" dirty="0"/>
              </a:p>
              <a:p>
                <a:r>
                  <a:rPr lang="en-US" sz="4300" dirty="0"/>
                  <a:t>Define f(x) =1-3x+</a:t>
                </a:r>
                <a14:m>
                  <m:oMath xmlns:m="http://schemas.openxmlformats.org/officeDocument/2006/math">
                    <m:r>
                      <a:rPr lang="en-US" sz="4300" i="1"/>
                      <m:t>(</m:t>
                    </m:r>
                    <m:f>
                      <m:fPr>
                        <m:ctrlPr>
                          <a:rPr lang="en-US" sz="4300" i="1"/>
                        </m:ctrlPr>
                      </m:fPr>
                      <m:num>
                        <m:r>
                          <a:rPr lang="en-US" sz="4300" i="1"/>
                          <m:t>1</m:t>
                        </m:r>
                      </m:num>
                      <m:den>
                        <m:r>
                          <a:rPr lang="en-US" sz="4300" i="1"/>
                          <m:t>2</m:t>
                        </m:r>
                      </m:den>
                    </m:f>
                  </m:oMath>
                </a14:m>
                <a:r>
                  <a:rPr lang="en-US" sz="4300" dirty="0"/>
                  <a:t>)</a:t>
                </a:r>
                <a:r>
                  <a:rPr lang="en-US" sz="4300" dirty="0" err="1"/>
                  <a:t>xe</a:t>
                </a:r>
                <a:r>
                  <a:rPr lang="en-US" sz="4300" baseline="30000" dirty="0" err="1"/>
                  <a:t>x</a:t>
                </a:r>
                <a:endParaRPr lang="en-US" sz="4300" dirty="0"/>
              </a:p>
              <a:p>
                <a:r>
                  <a:rPr lang="en-US" sz="4300" dirty="0"/>
                  <a:t>Define f’(x)=-3+(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300" i="1"/>
                        </m:ctrlPr>
                      </m:fPr>
                      <m:num>
                        <m:r>
                          <a:rPr lang="en-US" sz="4300" i="1"/>
                          <m:t>1</m:t>
                        </m:r>
                      </m:num>
                      <m:den>
                        <m:r>
                          <a:rPr lang="en-US" sz="4300" i="1"/>
                          <m:t>2</m:t>
                        </m:r>
                      </m:den>
                    </m:f>
                  </m:oMath>
                </a14:m>
                <a:r>
                  <a:rPr lang="en-US" sz="4300" dirty="0"/>
                  <a:t>)e</a:t>
                </a:r>
                <a:r>
                  <a:rPr lang="en-US" sz="4300" baseline="30000" dirty="0"/>
                  <a:t>x</a:t>
                </a:r>
                <a:r>
                  <a:rPr lang="en-US" sz="4300" dirty="0"/>
                  <a:t>(1+x)</a:t>
                </a:r>
              </a:p>
              <a:p>
                <a:r>
                  <a:rPr lang="en-US" sz="4300" dirty="0"/>
                  <a:t>Input initial guess x</a:t>
                </a:r>
                <a:r>
                  <a:rPr lang="en-US" sz="4300" baseline="-25000" dirty="0"/>
                  <a:t>0</a:t>
                </a:r>
                <a:endParaRPr lang="en-US" sz="4300" dirty="0"/>
              </a:p>
              <a:p>
                <a:r>
                  <a:rPr lang="en-US" sz="4300" dirty="0"/>
                  <a:t>Input tolerance £</a:t>
                </a:r>
              </a:p>
              <a:p>
                <a:r>
                  <a:rPr lang="en-US" sz="4300" dirty="0"/>
                  <a:t>REPEAT</a:t>
                </a:r>
              </a:p>
              <a:p>
                <a:r>
                  <a:rPr lang="en-US" sz="4300" dirty="0"/>
                  <a:t>             Calculate f(X</a:t>
                </a:r>
                <a:r>
                  <a:rPr lang="en-US" sz="4300" baseline="-25000" dirty="0"/>
                  <a:t>0</a:t>
                </a:r>
                <a:r>
                  <a:rPr lang="en-US" sz="4300" dirty="0"/>
                  <a:t>)</a:t>
                </a:r>
              </a:p>
              <a:p>
                <a:r>
                  <a:rPr lang="en-US" sz="4300" dirty="0"/>
                  <a:t>             Calculate f’(X</a:t>
                </a:r>
                <a:r>
                  <a:rPr lang="en-US" sz="4300" baseline="-25000" dirty="0"/>
                  <a:t>0</a:t>
                </a:r>
                <a:r>
                  <a:rPr lang="en-US" sz="4300" dirty="0"/>
                  <a:t>)</a:t>
                </a:r>
              </a:p>
              <a:p>
                <a:r>
                  <a:rPr lang="en-US" sz="4300" dirty="0"/>
                  <a:t>             X</a:t>
                </a:r>
                <a:r>
                  <a:rPr lang="en-US" sz="4300" baseline="-25000" dirty="0"/>
                  <a:t>1</a:t>
                </a:r>
                <a:r>
                  <a:rPr lang="en-US" sz="4300" dirty="0"/>
                  <a:t>=X</a:t>
                </a:r>
                <a:r>
                  <a:rPr lang="en-US" sz="4300" baseline="-25000" dirty="0"/>
                  <a:t>0 </a:t>
                </a:r>
                <a:r>
                  <a:rPr lang="en-US" sz="4300" dirty="0"/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300" i="1"/>
                        </m:ctrlPr>
                      </m:fPr>
                      <m:num>
                        <m:r>
                          <a:rPr lang="en-US" sz="4300" i="1"/>
                          <m:t>𝑓</m:t>
                        </m:r>
                        <m:r>
                          <a:rPr lang="en-US" sz="4300" i="1"/>
                          <m:t>(</m:t>
                        </m:r>
                        <m:r>
                          <a:rPr lang="en-US" sz="4300" i="1"/>
                          <m:t>𝑥</m:t>
                        </m:r>
                        <m:r>
                          <a:rPr lang="en-US" sz="4300" i="1"/>
                          <m:t>0)</m:t>
                        </m:r>
                      </m:num>
                      <m:den>
                        <m:r>
                          <a:rPr lang="en-US" sz="4300" i="1"/>
                          <m:t>𝑓</m:t>
                        </m:r>
                        <m:r>
                          <a:rPr lang="en-US" sz="4300" i="1"/>
                          <m:t>′(</m:t>
                        </m:r>
                        <m:r>
                          <a:rPr lang="en-US" sz="4300" i="1"/>
                          <m:t>𝑥</m:t>
                        </m:r>
                        <m:r>
                          <a:rPr lang="en-US" sz="4300" i="1"/>
                          <m:t>0)</m:t>
                        </m:r>
                      </m:den>
                    </m:f>
                  </m:oMath>
                </a14:m>
                <a:endParaRPr lang="en-US" sz="4300" dirty="0"/>
              </a:p>
              <a:p>
                <a:r>
                  <a:rPr lang="en-US" sz="4300" dirty="0"/>
                  <a:t>             IF = | x</a:t>
                </a:r>
                <a:r>
                  <a:rPr lang="en-US" sz="4300" baseline="-25000" dirty="0"/>
                  <a:t>1</a:t>
                </a:r>
                <a:r>
                  <a:rPr lang="en-US" sz="4300" dirty="0"/>
                  <a:t>-x</a:t>
                </a:r>
                <a:r>
                  <a:rPr lang="en-US" sz="4300" baseline="-25000" dirty="0"/>
                  <a:t>o</a:t>
                </a:r>
                <a:r>
                  <a:rPr lang="en-US" sz="4300" dirty="0"/>
                  <a:t>|&lt; £</a:t>
                </a:r>
              </a:p>
              <a:p>
                <a:r>
                  <a:rPr lang="en-US" sz="4300" dirty="0"/>
                  <a:t>                    STOP</a:t>
                </a:r>
              </a:p>
              <a:p>
                <a:r>
                  <a:rPr lang="en-US" sz="4300" dirty="0"/>
                  <a:t>             ELSE</a:t>
                </a:r>
              </a:p>
              <a:p>
                <a:r>
                  <a:rPr lang="en-US" sz="4300" dirty="0"/>
                  <a:t>                X</a:t>
                </a:r>
                <a:r>
                  <a:rPr lang="en-US" sz="4300" baseline="-25000" dirty="0"/>
                  <a:t>0 </a:t>
                </a:r>
                <a:r>
                  <a:rPr lang="en-US" sz="4300" dirty="0"/>
                  <a:t>–X</a:t>
                </a:r>
                <a:r>
                  <a:rPr lang="en-US" sz="4300" baseline="-25000" dirty="0"/>
                  <a:t>1</a:t>
                </a:r>
                <a:endParaRPr lang="en-US" sz="4300" dirty="0"/>
              </a:p>
              <a:p>
                <a:r>
                  <a:rPr lang="en-US" sz="4300" dirty="0"/>
                  <a:t>        END IF</a:t>
                </a:r>
              </a:p>
              <a:p>
                <a:r>
                  <a:rPr lang="en-US" sz="4300" dirty="0"/>
                  <a:t>UNTIL convergence</a:t>
                </a:r>
              </a:p>
              <a:p>
                <a:r>
                  <a:rPr lang="en-US" sz="4300" dirty="0"/>
                  <a:t>Display x</a:t>
                </a:r>
                <a:r>
                  <a:rPr lang="en-US" sz="4300" baseline="-25000" dirty="0"/>
                  <a:t>1</a:t>
                </a:r>
                <a:r>
                  <a:rPr lang="en-US" sz="4300" dirty="0"/>
                  <a:t> to 5 decimal places</a:t>
                </a:r>
              </a:p>
              <a:p>
                <a:r>
                  <a:rPr lang="en-US" sz="4300" b="1" dirty="0"/>
                  <a:t>STOP</a:t>
                </a:r>
                <a:endParaRPr lang="en-US" sz="4300" dirty="0"/>
              </a:p>
              <a:p>
                <a:r>
                  <a:rPr lang="en-US" sz="4300" dirty="0"/>
                  <a:t>            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3735"/>
              </a:xfrm>
              <a:blipFill rotWithShape="0">
                <a:blip r:embed="rId2"/>
                <a:stretch>
                  <a:fillRect b="-6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26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‘FOR’ AND ‘WHILE’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f=@(x) 1-3*x + 0.5*x*</a:t>
            </a:r>
            <a:r>
              <a:rPr lang="en-US" dirty="0" err="1"/>
              <a:t>exp</a:t>
            </a:r>
            <a:r>
              <a:rPr lang="en-US" dirty="0"/>
              <a:t>(x);</a:t>
            </a:r>
          </a:p>
          <a:p>
            <a:r>
              <a:rPr lang="en-US" dirty="0" err="1"/>
              <a:t>df</a:t>
            </a:r>
            <a:r>
              <a:rPr lang="en-US" dirty="0"/>
              <a:t>=@(x)-3+0.5*</a:t>
            </a:r>
            <a:r>
              <a:rPr lang="en-US" dirty="0" err="1"/>
              <a:t>exp</a:t>
            </a:r>
            <a:r>
              <a:rPr lang="en-US" dirty="0"/>
              <a:t>(x)*(1+x);</a:t>
            </a:r>
          </a:p>
          <a:p>
            <a:r>
              <a:rPr lang="en-US" dirty="0"/>
              <a:t>x0 = 0;</a:t>
            </a:r>
          </a:p>
          <a:p>
            <a:r>
              <a:rPr lang="en-US" dirty="0" err="1"/>
              <a:t>tol</a:t>
            </a:r>
            <a:r>
              <a:rPr lang="en-US" dirty="0"/>
              <a:t>=0.000001;</a:t>
            </a:r>
          </a:p>
          <a:p>
            <a:r>
              <a:rPr lang="en-US" dirty="0"/>
              <a:t>N=100;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1:N</a:t>
            </a:r>
          </a:p>
          <a:p>
            <a:r>
              <a:rPr lang="en-US" dirty="0"/>
              <a:t>    X1 = X0-f(x0)/</a:t>
            </a:r>
            <a:r>
              <a:rPr lang="en-US" dirty="0" err="1"/>
              <a:t>df</a:t>
            </a:r>
            <a:r>
              <a:rPr lang="en-US" dirty="0"/>
              <a:t>(x0);</a:t>
            </a:r>
          </a:p>
          <a:p>
            <a:r>
              <a:rPr lang="en-US" dirty="0"/>
              <a:t>    if abs(x1-x0)&lt;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end</a:t>
            </a:r>
          </a:p>
          <a:p>
            <a:r>
              <a:rPr lang="en-US" dirty="0"/>
              <a:t>    x0=x1;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('Root=%.5f/n',x1);</a:t>
            </a:r>
          </a:p>
          <a:p>
            <a:r>
              <a:rPr lang="en-US" dirty="0" err="1"/>
              <a:t>fprintf</a:t>
            </a:r>
            <a:r>
              <a:rPr lang="en-US" dirty="0"/>
              <a:t>('Iterations =%d/n',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while </a:t>
            </a:r>
            <a:r>
              <a:rPr lang="en-US" dirty="0" err="1"/>
              <a:t>i</a:t>
            </a:r>
            <a:r>
              <a:rPr lang="en-US" dirty="0"/>
              <a:t>&lt;N</a:t>
            </a:r>
          </a:p>
          <a:p>
            <a:r>
              <a:rPr lang="en-US" dirty="0"/>
              <a:t>    X1 =X0-f(x0)/</a:t>
            </a:r>
            <a:r>
              <a:rPr lang="en-US" dirty="0" err="1"/>
              <a:t>df</a:t>
            </a:r>
            <a:r>
              <a:rPr lang="en-US" dirty="0"/>
              <a:t>(x0);</a:t>
            </a:r>
          </a:p>
          <a:p>
            <a:r>
              <a:rPr lang="en-US" dirty="0"/>
              <a:t>    </a:t>
            </a:r>
            <a:r>
              <a:rPr lang="en-US" dirty="0" err="1"/>
              <a:t>i</a:t>
            </a:r>
            <a:r>
              <a:rPr lang="en-US" dirty="0"/>
              <a:t>=i+1;</a:t>
            </a:r>
          </a:p>
          <a:p>
            <a:r>
              <a:rPr lang="en-US" dirty="0"/>
              <a:t>    if abs(x1-x0)&lt;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end</a:t>
            </a:r>
          </a:p>
          <a:p>
            <a:r>
              <a:rPr lang="en-US" dirty="0"/>
              <a:t>    x0=x1;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('Root=%.5f/n',x1);</a:t>
            </a:r>
          </a:p>
          <a:p>
            <a:r>
              <a:rPr lang="en-US" dirty="0" err="1"/>
              <a:t>fprintf</a:t>
            </a:r>
            <a:r>
              <a:rPr lang="en-US" dirty="0"/>
              <a:t>('Iterations =%d/n',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53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MATLAB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f=@(x)1-3*x +0.5*x.*</a:t>
            </a:r>
            <a:r>
              <a:rPr lang="en-US" dirty="0" err="1"/>
              <a:t>exp</a:t>
            </a:r>
            <a:r>
              <a:rPr lang="en-US" dirty="0"/>
              <a:t>(x);</a:t>
            </a:r>
          </a:p>
          <a:p>
            <a:r>
              <a:rPr lang="en-US" dirty="0" err="1"/>
              <a:t>df</a:t>
            </a:r>
            <a:r>
              <a:rPr lang="en-US" dirty="0"/>
              <a:t> =@(x)-3+0.5*</a:t>
            </a:r>
            <a:r>
              <a:rPr lang="en-US" dirty="0" err="1"/>
              <a:t>exp</a:t>
            </a:r>
            <a:r>
              <a:rPr lang="en-US" dirty="0"/>
              <a:t>(x).*(1+x);</a:t>
            </a:r>
          </a:p>
          <a:p>
            <a:r>
              <a:rPr lang="en-US" dirty="0"/>
              <a:t>x0=0;</a:t>
            </a:r>
          </a:p>
          <a:p>
            <a:r>
              <a:rPr lang="en-US" dirty="0" err="1"/>
              <a:t>tol</a:t>
            </a:r>
            <a:r>
              <a:rPr lang="en-US" dirty="0"/>
              <a:t>=1e-6;</a:t>
            </a:r>
          </a:p>
          <a:p>
            <a:r>
              <a:rPr lang="en-US" dirty="0" err="1"/>
              <a:t>maxiter</a:t>
            </a:r>
            <a:r>
              <a:rPr lang="en-US" dirty="0"/>
              <a:t>=100;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=1:maxiter</a:t>
            </a:r>
          </a:p>
          <a:p>
            <a:r>
              <a:rPr lang="en-US" dirty="0"/>
              <a:t>    x1=x0-f(x0)/</a:t>
            </a:r>
            <a:r>
              <a:rPr lang="en-US" dirty="0" err="1"/>
              <a:t>df</a:t>
            </a:r>
            <a:r>
              <a:rPr lang="en-US" dirty="0"/>
              <a:t>(x0);</a:t>
            </a:r>
          </a:p>
          <a:p>
            <a:r>
              <a:rPr lang="en-US" dirty="0"/>
              <a:t>    if abs(x1-x0)&lt;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break;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  x0=x1;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('Root=%.5f/n',x1);</a:t>
            </a:r>
          </a:p>
          <a:p>
            <a:r>
              <a:rPr lang="en-US" dirty="0" err="1"/>
              <a:t>fprintf</a:t>
            </a:r>
            <a:r>
              <a:rPr lang="en-US" dirty="0"/>
              <a:t>('Number of iterations=%d/n',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0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NEWTON RAPHSON METHOD 2</vt:lpstr>
      <vt:lpstr>PSEUDOCODE</vt:lpstr>
      <vt:lpstr>‘FOR’ AND ‘WHILE’ LOOP</vt:lpstr>
      <vt:lpstr>MATLAB CODE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2026-09-29T06:40:47Z</dcterms:created>
  <dcterms:modified xsi:type="dcterms:W3CDTF">2026-09-29T06:41:53Z</dcterms:modified>
</cp:coreProperties>
</file>