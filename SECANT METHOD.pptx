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41" d="100"/>
          <a:sy n="141" d="100"/>
        </p:scale>
        <p:origin x="-2304" y="-2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4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3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9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6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8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9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9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0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AB183-B4D2-4BC7-86D2-2E8D15DB25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EB96F-F6B3-48BF-AD04-CA06AEF6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4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SECANT METHOD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3361" y="1879678"/>
            <a:ext cx="36422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3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0937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 smtClean="0"/>
              <a:t>START </a:t>
            </a:r>
            <a:endParaRPr lang="en-US" sz="5600" b="1" dirty="0"/>
          </a:p>
          <a:p>
            <a:r>
              <a:rPr lang="en-US" sz="5600" dirty="0"/>
              <a:t>Define f(x)=x-2sin(x) </a:t>
            </a:r>
          </a:p>
          <a:p>
            <a:r>
              <a:rPr lang="en-US" sz="5600" dirty="0"/>
              <a:t>Set x</a:t>
            </a:r>
            <a:r>
              <a:rPr lang="en-US" sz="5600" baseline="-25000" dirty="0"/>
              <a:t>0</a:t>
            </a:r>
            <a:r>
              <a:rPr lang="en-US" sz="5600" dirty="0"/>
              <a:t>=2 </a:t>
            </a:r>
          </a:p>
          <a:p>
            <a:r>
              <a:rPr lang="en-US" sz="5600" dirty="0"/>
              <a:t>Set x</a:t>
            </a:r>
            <a:r>
              <a:rPr lang="en-US" sz="5600" baseline="-25000" dirty="0"/>
              <a:t>1</a:t>
            </a:r>
            <a:r>
              <a:rPr lang="en-US" sz="5600" dirty="0"/>
              <a:t>=1.9 </a:t>
            </a:r>
          </a:p>
          <a:p>
            <a:r>
              <a:rPr lang="en-US" sz="5600" dirty="0"/>
              <a:t>Set tolerance £ </a:t>
            </a:r>
          </a:p>
          <a:p>
            <a:r>
              <a:rPr lang="en-US" sz="5600" dirty="0"/>
              <a:t>REPEAT </a:t>
            </a:r>
          </a:p>
          <a:p>
            <a:r>
              <a:rPr lang="en-US" sz="5600" dirty="0"/>
              <a:t>         Calculate f(x</a:t>
            </a:r>
            <a:r>
              <a:rPr lang="en-US" sz="5600" baseline="-25000" dirty="0"/>
              <a:t>0</a:t>
            </a:r>
            <a:r>
              <a:rPr lang="en-US" sz="5600" dirty="0"/>
              <a:t>)           Calculate f(x</a:t>
            </a:r>
            <a:r>
              <a:rPr lang="en-US" sz="5600" baseline="-25000" dirty="0"/>
              <a:t>1</a:t>
            </a:r>
            <a:r>
              <a:rPr lang="en-US" sz="5600" dirty="0"/>
              <a:t>) x</a:t>
            </a:r>
            <a:r>
              <a:rPr lang="en-US" sz="5600" baseline="-25000" dirty="0"/>
              <a:t>2</a:t>
            </a:r>
            <a:r>
              <a:rPr lang="en-US" sz="5600" dirty="0"/>
              <a:t>=x</a:t>
            </a:r>
            <a:r>
              <a:rPr lang="en-US" sz="5600" baseline="-25000" dirty="0"/>
              <a:t>1</a:t>
            </a:r>
            <a:r>
              <a:rPr lang="en-US" sz="5600" dirty="0"/>
              <a:t>-f(x</a:t>
            </a:r>
            <a:r>
              <a:rPr lang="en-US" sz="5600" baseline="-25000" dirty="0"/>
              <a:t>1</a:t>
            </a:r>
            <a:r>
              <a:rPr lang="en-US" sz="5600" dirty="0"/>
              <a:t>)*(x</a:t>
            </a:r>
            <a:r>
              <a:rPr lang="en-US" sz="5600" baseline="-25000" dirty="0"/>
              <a:t>1</a:t>
            </a:r>
            <a:r>
              <a:rPr lang="en-US" sz="5600" dirty="0"/>
              <a:t>-x</a:t>
            </a:r>
            <a:r>
              <a:rPr lang="en-US" sz="5600" baseline="-25000" dirty="0"/>
              <a:t>0</a:t>
            </a:r>
            <a:r>
              <a:rPr lang="en-US" sz="5600" dirty="0"/>
              <a:t>)/(f(x</a:t>
            </a:r>
            <a:r>
              <a:rPr lang="en-US" sz="5600" baseline="-25000" dirty="0"/>
              <a:t>1</a:t>
            </a:r>
            <a:r>
              <a:rPr lang="en-US" sz="5600" dirty="0"/>
              <a:t>)-f(x</a:t>
            </a:r>
            <a:r>
              <a:rPr lang="en-US" sz="5600" baseline="-25000" dirty="0"/>
              <a:t>0</a:t>
            </a:r>
            <a:r>
              <a:rPr lang="en-US" sz="5600" dirty="0"/>
              <a:t>)) </a:t>
            </a:r>
          </a:p>
          <a:p>
            <a:r>
              <a:rPr lang="en-US" sz="5600" dirty="0"/>
              <a:t>           IF |X</a:t>
            </a:r>
            <a:r>
              <a:rPr lang="en-US" sz="5600" baseline="-25000" dirty="0"/>
              <a:t>2</a:t>
            </a:r>
            <a:r>
              <a:rPr lang="en-US" sz="5600" dirty="0"/>
              <a:t>-X</a:t>
            </a:r>
            <a:r>
              <a:rPr lang="en-US" sz="5600" baseline="-25000" dirty="0"/>
              <a:t>1</a:t>
            </a:r>
            <a:r>
              <a:rPr lang="en-US" sz="5600" dirty="0"/>
              <a:t>|&lt; £ AND X</a:t>
            </a:r>
            <a:r>
              <a:rPr lang="en-US" sz="5600" baseline="-25000" dirty="0"/>
              <a:t>2</a:t>
            </a:r>
            <a:r>
              <a:rPr lang="en-US" sz="5600" dirty="0"/>
              <a:t>&gt;0 </a:t>
            </a:r>
          </a:p>
          <a:p>
            <a:r>
              <a:rPr lang="en-US" sz="5600" dirty="0"/>
              <a:t>            STOP 	</a:t>
            </a:r>
          </a:p>
          <a:p>
            <a:r>
              <a:rPr lang="en-US" sz="5600" dirty="0"/>
              <a:t>ELSE </a:t>
            </a:r>
          </a:p>
          <a:p>
            <a:r>
              <a:rPr lang="en-US" sz="5600" dirty="0"/>
              <a:t>X</a:t>
            </a:r>
            <a:r>
              <a:rPr lang="en-US" sz="5600" baseline="-25000" dirty="0"/>
              <a:t>0</a:t>
            </a:r>
            <a:r>
              <a:rPr lang="en-US" sz="5600" dirty="0"/>
              <a:t>=X</a:t>
            </a:r>
            <a:r>
              <a:rPr lang="en-US" sz="5600" baseline="-25000" dirty="0"/>
              <a:t>1</a:t>
            </a:r>
            <a:r>
              <a:rPr lang="en-US" sz="5600" dirty="0"/>
              <a:t> </a:t>
            </a:r>
          </a:p>
          <a:p>
            <a:r>
              <a:rPr lang="en-US" sz="5600" dirty="0"/>
              <a:t>X</a:t>
            </a:r>
            <a:r>
              <a:rPr lang="en-US" sz="5600" baseline="-25000" dirty="0"/>
              <a:t>1</a:t>
            </a:r>
            <a:r>
              <a:rPr lang="en-US" sz="5600" dirty="0"/>
              <a:t>=X</a:t>
            </a:r>
            <a:r>
              <a:rPr lang="en-US" sz="5600" baseline="-25000" dirty="0"/>
              <a:t>2</a:t>
            </a:r>
            <a:r>
              <a:rPr lang="en-US" sz="5600" dirty="0"/>
              <a:t> </a:t>
            </a:r>
          </a:p>
          <a:p>
            <a:r>
              <a:rPr lang="en-US" sz="5600" dirty="0"/>
              <a:t>END IF </a:t>
            </a:r>
          </a:p>
          <a:p>
            <a:r>
              <a:rPr lang="en-US" sz="5600" dirty="0"/>
              <a:t>UNTIL convergence </a:t>
            </a:r>
          </a:p>
          <a:p>
            <a:r>
              <a:rPr lang="en-US" sz="5600" dirty="0"/>
              <a:t>Display positive root </a:t>
            </a:r>
          </a:p>
          <a:p>
            <a:r>
              <a:rPr lang="en-US" sz="5600" b="1" dirty="0"/>
              <a:t>STOP </a:t>
            </a:r>
            <a:endParaRPr lang="en-US" sz="5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3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MATLAB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MATLAB CODE </a:t>
            </a:r>
          </a:p>
          <a:p>
            <a:r>
              <a:rPr lang="en-US" dirty="0"/>
              <a:t>f=@(x)x-2*</a:t>
            </a:r>
            <a:r>
              <a:rPr lang="en-US" dirty="0" err="1"/>
              <a:t>sinx</a:t>
            </a:r>
            <a:r>
              <a:rPr lang="en-US" dirty="0"/>
              <a:t>(x); </a:t>
            </a:r>
          </a:p>
          <a:p>
            <a:r>
              <a:rPr lang="en-US" dirty="0"/>
              <a:t>x0=2; </a:t>
            </a:r>
          </a:p>
          <a:p>
            <a:r>
              <a:rPr lang="en-US" dirty="0"/>
              <a:t>x1=1.9; </a:t>
            </a:r>
          </a:p>
          <a:p>
            <a:r>
              <a:rPr lang="en-US" dirty="0" err="1"/>
              <a:t>tol</a:t>
            </a:r>
            <a:r>
              <a:rPr lang="en-US" dirty="0"/>
              <a:t>=1e-6;</a:t>
            </a:r>
          </a:p>
          <a:p>
            <a:r>
              <a:rPr lang="en-US" dirty="0"/>
              <a:t> </a:t>
            </a:r>
            <a:r>
              <a:rPr lang="en-US" dirty="0" err="1"/>
              <a:t>maxiter</a:t>
            </a:r>
            <a:r>
              <a:rPr lang="en-US" dirty="0"/>
              <a:t>=100;</a:t>
            </a:r>
          </a:p>
          <a:p>
            <a:r>
              <a:rPr lang="en-US" dirty="0"/>
              <a:t> for </a:t>
            </a:r>
            <a:r>
              <a:rPr lang="en-US" dirty="0" err="1"/>
              <a:t>i</a:t>
            </a:r>
            <a:r>
              <a:rPr lang="en-US" dirty="0"/>
              <a:t>=1:maxiter   </a:t>
            </a:r>
          </a:p>
          <a:p>
            <a:r>
              <a:rPr lang="en-US" dirty="0"/>
              <a:t>     x2=x1-f(x1)*(x1-x0)/(f(x1)-f(x0))     if abs(x2-x1)&lt;</a:t>
            </a:r>
            <a:r>
              <a:rPr lang="en-US" dirty="0" err="1"/>
              <a:t>tol</a:t>
            </a:r>
            <a:r>
              <a:rPr lang="en-US" dirty="0"/>
              <a:t>       </a:t>
            </a:r>
          </a:p>
          <a:p>
            <a:r>
              <a:rPr lang="en-US" dirty="0"/>
              <a:t>  break;    </a:t>
            </a:r>
          </a:p>
          <a:p>
            <a:r>
              <a:rPr lang="en-US" dirty="0"/>
              <a:t> end 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x0=x1;     x1=x2;</a:t>
            </a:r>
          </a:p>
          <a:p>
            <a:r>
              <a:rPr lang="en-US" dirty="0"/>
              <a:t> end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24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‘FOR LOOP’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 err="1"/>
              <a:t>fprintf</a:t>
            </a:r>
            <a:r>
              <a:rPr lang="en-US" sz="1400" dirty="0"/>
              <a:t>('positive root=%.5f\n',x2); </a:t>
            </a:r>
            <a:r>
              <a:rPr lang="en-US" sz="1400" dirty="0" err="1"/>
              <a:t>fprintf</a:t>
            </a:r>
            <a:r>
              <a:rPr lang="en-US" sz="1400" dirty="0"/>
              <a:t>('Number of iterations =%d/n',</a:t>
            </a:r>
            <a:r>
              <a:rPr lang="en-US" sz="1400" dirty="0" err="1"/>
              <a:t>i</a:t>
            </a:r>
            <a:r>
              <a:rPr lang="en-US" sz="1400" dirty="0"/>
              <a:t>); </a:t>
            </a:r>
          </a:p>
          <a:p>
            <a:r>
              <a:rPr lang="en-US" sz="1400" dirty="0"/>
              <a:t> f=@(x)x2*sin(x); x0=2; </a:t>
            </a:r>
          </a:p>
          <a:p>
            <a:r>
              <a:rPr lang="en-US" sz="1400" dirty="0"/>
              <a:t>x1=1.9; </a:t>
            </a:r>
            <a:r>
              <a:rPr lang="en-US" sz="1400" dirty="0" err="1"/>
              <a:t>tol</a:t>
            </a:r>
            <a:r>
              <a:rPr lang="en-US" sz="1400" dirty="0"/>
              <a:t>=0.000001; N=100;</a:t>
            </a:r>
          </a:p>
          <a:p>
            <a:r>
              <a:rPr lang="en-US" sz="1400" dirty="0"/>
              <a:t>for </a:t>
            </a:r>
            <a:r>
              <a:rPr lang="en-US" sz="1400" dirty="0" err="1"/>
              <a:t>i</a:t>
            </a:r>
            <a:r>
              <a:rPr lang="en-US" sz="1400" dirty="0"/>
              <a:t>=1:n </a:t>
            </a:r>
          </a:p>
          <a:p>
            <a:r>
              <a:rPr lang="en-US" sz="1400" dirty="0"/>
              <a:t>    x2=x1 -f(x1)*(x1-x0)/(f(x1)-f(x0)); </a:t>
            </a:r>
          </a:p>
          <a:p>
            <a:r>
              <a:rPr lang="en-US" sz="1400" dirty="0"/>
              <a:t>    if abs(x2-x1)&lt;</a:t>
            </a:r>
            <a:r>
              <a:rPr lang="en-US" sz="1400" dirty="0" err="1"/>
              <a:t>tol</a:t>
            </a:r>
            <a:r>
              <a:rPr lang="en-US" sz="1400" dirty="0"/>
              <a:t>         break </a:t>
            </a:r>
          </a:p>
          <a:p>
            <a:r>
              <a:rPr lang="en-US" sz="1400" dirty="0"/>
              <a:t>    end   </a:t>
            </a:r>
          </a:p>
          <a:p>
            <a:r>
              <a:rPr lang="en-US" sz="1400" dirty="0"/>
              <a:t>  x0=x1;   </a:t>
            </a:r>
          </a:p>
          <a:p>
            <a:r>
              <a:rPr lang="en-US" sz="1400" dirty="0"/>
              <a:t>  x1=x2; </a:t>
            </a:r>
          </a:p>
          <a:p>
            <a:r>
              <a:rPr lang="en-US" sz="1400" dirty="0"/>
              <a:t>end </a:t>
            </a:r>
          </a:p>
          <a:p>
            <a:r>
              <a:rPr lang="en-US" sz="1400" dirty="0" err="1"/>
              <a:t>fprintf</a:t>
            </a:r>
            <a:r>
              <a:rPr lang="en-US" sz="1400" dirty="0"/>
              <a:t>('positive root=%.5f\n',x2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</a:t>
            </a:r>
            <a:r>
              <a:rPr lang="en-US" sz="1400" dirty="0" err="1"/>
              <a:t>fprintf</a:t>
            </a:r>
            <a:r>
              <a:rPr lang="en-US" sz="1400" dirty="0"/>
              <a:t>('Iterations =%d/n',</a:t>
            </a:r>
            <a:r>
              <a:rPr lang="en-US" sz="1400" dirty="0" err="1"/>
              <a:t>i</a:t>
            </a:r>
            <a:r>
              <a:rPr lang="en-US" sz="14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80956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‘WHILE’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 </a:t>
            </a:r>
            <a:r>
              <a:rPr lang="en-US" sz="1400" dirty="0" smtClean="0"/>
              <a:t>while </a:t>
            </a:r>
            <a:r>
              <a:rPr lang="en-US" sz="1400" dirty="0" err="1" smtClean="0"/>
              <a:t>i</a:t>
            </a:r>
            <a:r>
              <a:rPr lang="en-US" sz="1400" dirty="0" smtClean="0"/>
              <a:t>&lt;N </a:t>
            </a:r>
            <a:endParaRPr lang="en-US" sz="1400" dirty="0"/>
          </a:p>
          <a:p>
            <a:r>
              <a:rPr lang="en-US" sz="1400" dirty="0"/>
              <a:t>    X2 =X1 -f(x1)*(x1-x0)/(f(x1)-f(x0)); </a:t>
            </a:r>
            <a:endParaRPr lang="en-US" sz="1400" dirty="0" smtClean="0"/>
          </a:p>
          <a:p>
            <a:r>
              <a:rPr lang="en-US" sz="1400" dirty="0" smtClean="0"/>
              <a:t>    </a:t>
            </a:r>
            <a:r>
              <a:rPr lang="en-US" sz="1400" dirty="0" err="1"/>
              <a:t>i</a:t>
            </a:r>
            <a:r>
              <a:rPr lang="en-US" sz="1400" dirty="0"/>
              <a:t>=i+1; </a:t>
            </a:r>
          </a:p>
          <a:p>
            <a:r>
              <a:rPr lang="en-US" sz="1400" dirty="0"/>
              <a:t>    if abs(x2-x1)&lt;</a:t>
            </a:r>
            <a:r>
              <a:rPr lang="en-US" sz="1400" dirty="0" err="1"/>
              <a:t>tol</a:t>
            </a:r>
            <a:r>
              <a:rPr lang="en-US" sz="1400" dirty="0"/>
              <a:t> </a:t>
            </a:r>
          </a:p>
          <a:p>
            <a:r>
              <a:rPr lang="en-US" sz="1400" dirty="0"/>
              <a:t>        break   </a:t>
            </a:r>
          </a:p>
          <a:p>
            <a:r>
              <a:rPr lang="en-US" sz="1400" dirty="0"/>
              <a:t> end     </a:t>
            </a:r>
          </a:p>
          <a:p>
            <a:r>
              <a:rPr lang="en-US" sz="1400" dirty="0"/>
              <a:t>x0=x1; </a:t>
            </a:r>
          </a:p>
          <a:p>
            <a:r>
              <a:rPr lang="en-US" sz="1400" dirty="0"/>
              <a:t>x1=x2;</a:t>
            </a:r>
          </a:p>
          <a:p>
            <a:r>
              <a:rPr lang="en-US" sz="1400" dirty="0"/>
              <a:t> end </a:t>
            </a:r>
          </a:p>
          <a:p>
            <a:r>
              <a:rPr lang="en-US" sz="1400" dirty="0" err="1"/>
              <a:t>fprintf</a:t>
            </a:r>
            <a:r>
              <a:rPr lang="en-US" sz="1400" dirty="0"/>
              <a:t>('positive root =%.5f/n',x2); </a:t>
            </a:r>
            <a:endParaRPr lang="en-US" sz="1400" dirty="0" smtClean="0"/>
          </a:p>
          <a:p>
            <a:r>
              <a:rPr lang="en-US" sz="1400" dirty="0" err="1" smtClean="0"/>
              <a:t>fprintf</a:t>
            </a:r>
            <a:r>
              <a:rPr lang="en-US" sz="1400" dirty="0"/>
              <a:t>('Iterations= %d/n',</a:t>
            </a:r>
            <a:r>
              <a:rPr lang="en-US" sz="1400" dirty="0" err="1"/>
              <a:t>i</a:t>
            </a:r>
            <a:r>
              <a:rPr lang="en-US" sz="1400" dirty="0"/>
              <a:t>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5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226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SECANT METHOD</vt:lpstr>
      <vt:lpstr>PSEUDOCODE</vt:lpstr>
      <vt:lpstr>MATLAB CODE</vt:lpstr>
      <vt:lpstr>‘FOR LOOP’</vt:lpstr>
      <vt:lpstr>‘WHILE’ LOOP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2026-09-29T05:36:10Z</dcterms:created>
  <dcterms:modified xsi:type="dcterms:W3CDTF">2026-09-29T05:53:12Z</dcterms:modified>
</cp:coreProperties>
</file>